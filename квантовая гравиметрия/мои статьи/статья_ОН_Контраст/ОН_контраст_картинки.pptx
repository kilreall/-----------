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9199225" cy="1079976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60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10" y="60"/>
      </p:cViewPr>
      <p:guideLst>
        <p:guide orient="horz" pos="3402"/>
        <p:guide pos="60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8E5D9-36DD-47CA-BEAD-D10764E895C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70DB7-4AD7-4030-BE59-3402C0C396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41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B70DB7-4AD7-4030-BE59-3402C0C3963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52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9903" y="1767462"/>
            <a:ext cx="14399419" cy="3759917"/>
          </a:xfrm>
        </p:spPr>
        <p:txBody>
          <a:bodyPr anchor="b"/>
          <a:lstStyle>
            <a:lvl1pPr algn="ctr">
              <a:defRPr sz="9448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9903" y="5672376"/>
            <a:ext cx="14399419" cy="2607442"/>
          </a:xfrm>
        </p:spPr>
        <p:txBody>
          <a:bodyPr/>
          <a:lstStyle>
            <a:lvl1pPr marL="0" indent="0" algn="ctr">
              <a:buNone/>
              <a:defRPr sz="3779"/>
            </a:lvl1pPr>
            <a:lvl2pPr marL="719953" indent="0" algn="ctr">
              <a:buNone/>
              <a:defRPr sz="3149"/>
            </a:lvl2pPr>
            <a:lvl3pPr marL="1439906" indent="0" algn="ctr">
              <a:buNone/>
              <a:defRPr sz="2834"/>
            </a:lvl3pPr>
            <a:lvl4pPr marL="2159859" indent="0" algn="ctr">
              <a:buNone/>
              <a:defRPr sz="2520"/>
            </a:lvl4pPr>
            <a:lvl5pPr marL="2879811" indent="0" algn="ctr">
              <a:buNone/>
              <a:defRPr sz="2520"/>
            </a:lvl5pPr>
            <a:lvl6pPr marL="3599764" indent="0" algn="ctr">
              <a:buNone/>
              <a:defRPr sz="2520"/>
            </a:lvl6pPr>
            <a:lvl7pPr marL="4319717" indent="0" algn="ctr">
              <a:buNone/>
              <a:defRPr sz="2520"/>
            </a:lvl7pPr>
            <a:lvl8pPr marL="5039670" indent="0" algn="ctr">
              <a:buNone/>
              <a:defRPr sz="2520"/>
            </a:lvl8pPr>
            <a:lvl9pPr marL="5759623" indent="0" algn="ctr">
              <a:buNone/>
              <a:defRPr sz="252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29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47" y="2692442"/>
            <a:ext cx="16559332" cy="4492401"/>
          </a:xfrm>
        </p:spPr>
        <p:txBody>
          <a:bodyPr anchor="b"/>
          <a:lstStyle>
            <a:lvl1pPr>
              <a:defRPr sz="9448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947" y="7227343"/>
            <a:ext cx="16559332" cy="2362447"/>
          </a:xfrm>
        </p:spPr>
        <p:txBody>
          <a:bodyPr/>
          <a:lstStyle>
            <a:lvl1pPr marL="0" indent="0">
              <a:buNone/>
              <a:defRPr sz="3779">
                <a:solidFill>
                  <a:schemeClr val="tx1">
                    <a:tint val="75000"/>
                  </a:schemeClr>
                </a:solidFill>
              </a:defRPr>
            </a:lvl1pPr>
            <a:lvl2pPr marL="719953" indent="0">
              <a:buNone/>
              <a:defRPr sz="3149">
                <a:solidFill>
                  <a:schemeClr val="tx1">
                    <a:tint val="75000"/>
                  </a:schemeClr>
                </a:solidFill>
              </a:defRPr>
            </a:lvl2pPr>
            <a:lvl3pPr marL="1439906" indent="0">
              <a:buNone/>
              <a:defRPr sz="2834">
                <a:solidFill>
                  <a:schemeClr val="tx1">
                    <a:tint val="75000"/>
                  </a:schemeClr>
                </a:solidFill>
              </a:defRPr>
            </a:lvl3pPr>
            <a:lvl4pPr marL="2159859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81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76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717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67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62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30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9947" y="2874937"/>
            <a:ext cx="8159671" cy="68523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9607" y="2874937"/>
            <a:ext cx="8159671" cy="68523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7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7" y="574988"/>
            <a:ext cx="16559332" cy="208745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448" y="2647443"/>
            <a:ext cx="8122171" cy="1297471"/>
          </a:xfrm>
        </p:spPr>
        <p:txBody>
          <a:bodyPr anchor="b"/>
          <a:lstStyle>
            <a:lvl1pPr marL="0" indent="0">
              <a:buNone/>
              <a:defRPr sz="3779" b="1"/>
            </a:lvl1pPr>
            <a:lvl2pPr marL="719953" indent="0">
              <a:buNone/>
              <a:defRPr sz="3149" b="1"/>
            </a:lvl2pPr>
            <a:lvl3pPr marL="1439906" indent="0">
              <a:buNone/>
              <a:defRPr sz="2834" b="1"/>
            </a:lvl3pPr>
            <a:lvl4pPr marL="2159859" indent="0">
              <a:buNone/>
              <a:defRPr sz="2520" b="1"/>
            </a:lvl4pPr>
            <a:lvl5pPr marL="2879811" indent="0">
              <a:buNone/>
              <a:defRPr sz="2520" b="1"/>
            </a:lvl5pPr>
            <a:lvl6pPr marL="3599764" indent="0">
              <a:buNone/>
              <a:defRPr sz="2520" b="1"/>
            </a:lvl6pPr>
            <a:lvl7pPr marL="4319717" indent="0">
              <a:buNone/>
              <a:defRPr sz="2520" b="1"/>
            </a:lvl7pPr>
            <a:lvl8pPr marL="5039670" indent="0">
              <a:buNone/>
              <a:defRPr sz="2520" b="1"/>
            </a:lvl8pPr>
            <a:lvl9pPr marL="5759623" indent="0">
              <a:buNone/>
              <a:defRPr sz="25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2448" y="3944914"/>
            <a:ext cx="8122171" cy="58023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19608" y="2647443"/>
            <a:ext cx="8162171" cy="1297471"/>
          </a:xfrm>
        </p:spPr>
        <p:txBody>
          <a:bodyPr anchor="b"/>
          <a:lstStyle>
            <a:lvl1pPr marL="0" indent="0">
              <a:buNone/>
              <a:defRPr sz="3779" b="1"/>
            </a:lvl1pPr>
            <a:lvl2pPr marL="719953" indent="0">
              <a:buNone/>
              <a:defRPr sz="3149" b="1"/>
            </a:lvl2pPr>
            <a:lvl3pPr marL="1439906" indent="0">
              <a:buNone/>
              <a:defRPr sz="2834" b="1"/>
            </a:lvl3pPr>
            <a:lvl4pPr marL="2159859" indent="0">
              <a:buNone/>
              <a:defRPr sz="2520" b="1"/>
            </a:lvl4pPr>
            <a:lvl5pPr marL="2879811" indent="0">
              <a:buNone/>
              <a:defRPr sz="2520" b="1"/>
            </a:lvl5pPr>
            <a:lvl6pPr marL="3599764" indent="0">
              <a:buNone/>
              <a:defRPr sz="2520" b="1"/>
            </a:lvl6pPr>
            <a:lvl7pPr marL="4319717" indent="0">
              <a:buNone/>
              <a:defRPr sz="2520" b="1"/>
            </a:lvl7pPr>
            <a:lvl8pPr marL="5039670" indent="0">
              <a:buNone/>
              <a:defRPr sz="2520" b="1"/>
            </a:lvl8pPr>
            <a:lvl9pPr marL="5759623" indent="0">
              <a:buNone/>
              <a:defRPr sz="25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19608" y="3944914"/>
            <a:ext cx="8162171" cy="58023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3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542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30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719984"/>
            <a:ext cx="619224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171" y="1554966"/>
            <a:ext cx="97196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79"/>
            </a:lvl3pPr>
            <a:lvl4pPr>
              <a:defRPr sz="3149"/>
            </a:lvl4pPr>
            <a:lvl5pPr>
              <a:defRPr sz="3149"/>
            </a:lvl5pPr>
            <a:lvl6pPr>
              <a:defRPr sz="3149"/>
            </a:lvl6pPr>
            <a:lvl7pPr>
              <a:defRPr sz="3149"/>
            </a:lvl7pPr>
            <a:lvl8pPr>
              <a:defRPr sz="3149"/>
            </a:lvl8pPr>
            <a:lvl9pPr>
              <a:defRPr sz="3149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3239929"/>
            <a:ext cx="619224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53" indent="0">
              <a:buNone/>
              <a:defRPr sz="2205"/>
            </a:lvl2pPr>
            <a:lvl3pPr marL="1439906" indent="0">
              <a:buNone/>
              <a:defRPr sz="1890"/>
            </a:lvl3pPr>
            <a:lvl4pPr marL="2159859" indent="0">
              <a:buNone/>
              <a:defRPr sz="1575"/>
            </a:lvl4pPr>
            <a:lvl5pPr marL="2879811" indent="0">
              <a:buNone/>
              <a:defRPr sz="1575"/>
            </a:lvl5pPr>
            <a:lvl6pPr marL="3599764" indent="0">
              <a:buNone/>
              <a:defRPr sz="1575"/>
            </a:lvl6pPr>
            <a:lvl7pPr marL="4319717" indent="0">
              <a:buNone/>
              <a:defRPr sz="1575"/>
            </a:lvl7pPr>
            <a:lvl8pPr marL="5039670" indent="0">
              <a:buNone/>
              <a:defRPr sz="1575"/>
            </a:lvl8pPr>
            <a:lvl9pPr marL="5759623" indent="0">
              <a:buNone/>
              <a:defRPr sz="15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715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719984"/>
            <a:ext cx="619224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62171" y="1554966"/>
            <a:ext cx="97196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53" indent="0">
              <a:buNone/>
              <a:defRPr sz="4409"/>
            </a:lvl2pPr>
            <a:lvl3pPr marL="1439906" indent="0">
              <a:buNone/>
              <a:defRPr sz="3779"/>
            </a:lvl3pPr>
            <a:lvl4pPr marL="2159859" indent="0">
              <a:buNone/>
              <a:defRPr sz="3149"/>
            </a:lvl4pPr>
            <a:lvl5pPr marL="2879811" indent="0">
              <a:buNone/>
              <a:defRPr sz="3149"/>
            </a:lvl5pPr>
            <a:lvl6pPr marL="3599764" indent="0">
              <a:buNone/>
              <a:defRPr sz="3149"/>
            </a:lvl6pPr>
            <a:lvl7pPr marL="4319717" indent="0">
              <a:buNone/>
              <a:defRPr sz="3149"/>
            </a:lvl7pPr>
            <a:lvl8pPr marL="5039670" indent="0">
              <a:buNone/>
              <a:defRPr sz="3149"/>
            </a:lvl8pPr>
            <a:lvl9pPr marL="5759623" indent="0">
              <a:buNone/>
              <a:defRPr sz="3149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3239929"/>
            <a:ext cx="619224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53" indent="0">
              <a:buNone/>
              <a:defRPr sz="2205"/>
            </a:lvl2pPr>
            <a:lvl3pPr marL="1439906" indent="0">
              <a:buNone/>
              <a:defRPr sz="1890"/>
            </a:lvl3pPr>
            <a:lvl4pPr marL="2159859" indent="0">
              <a:buNone/>
              <a:defRPr sz="1575"/>
            </a:lvl4pPr>
            <a:lvl5pPr marL="2879811" indent="0">
              <a:buNone/>
              <a:defRPr sz="1575"/>
            </a:lvl5pPr>
            <a:lvl6pPr marL="3599764" indent="0">
              <a:buNone/>
              <a:defRPr sz="1575"/>
            </a:lvl6pPr>
            <a:lvl7pPr marL="4319717" indent="0">
              <a:buNone/>
              <a:defRPr sz="1575"/>
            </a:lvl7pPr>
            <a:lvl8pPr marL="5039670" indent="0">
              <a:buNone/>
              <a:defRPr sz="1575"/>
            </a:lvl8pPr>
            <a:lvl9pPr marL="5759623" indent="0">
              <a:buNone/>
              <a:defRPr sz="15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72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82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739445" y="574987"/>
            <a:ext cx="4139833" cy="91523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19947" y="574987"/>
            <a:ext cx="12179508" cy="91523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45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9947" y="574988"/>
            <a:ext cx="1655933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947" y="2874937"/>
            <a:ext cx="1655933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9947" y="10009781"/>
            <a:ext cx="431982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4A3FC-A225-4A47-A1CD-34E89F06EE6C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9744" y="10009781"/>
            <a:ext cx="647973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559452" y="10009781"/>
            <a:ext cx="431982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169D6-44A0-4AF4-BA57-079FF4D1C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44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06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76" indent="-359976" algn="l" defTabSz="143990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29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79" kern="1200">
          <a:solidFill>
            <a:schemeClr val="tx1"/>
          </a:solidFill>
          <a:latin typeface="+mn-lt"/>
          <a:ea typeface="+mn-ea"/>
          <a:cs typeface="+mn-cs"/>
        </a:defRPr>
      </a:lvl2pPr>
      <a:lvl3pPr marL="1799882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3pPr>
      <a:lvl4pPr marL="2519835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4pPr>
      <a:lvl5pPr marL="3239788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5pPr>
      <a:lvl6pPr marL="3959741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6pPr>
      <a:lvl7pPr marL="4679693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7pPr>
      <a:lvl8pPr marL="5399646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8pPr>
      <a:lvl9pPr marL="6119599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2pPr>
      <a:lvl3pPr marL="1439906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3pPr>
      <a:lvl4pPr marL="2159859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4pPr>
      <a:lvl5pPr marL="2879811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5pPr>
      <a:lvl6pPr marL="3599764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6pPr>
      <a:lvl7pPr marL="4319717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7pPr>
      <a:lvl8pPr marL="5039670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8pPr>
      <a:lvl9pPr marL="5759623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Прямоугольник 161"/>
          <p:cNvSpPr/>
          <p:nvPr/>
        </p:nvSpPr>
        <p:spPr>
          <a:xfrm>
            <a:off x="7659632" y="4752434"/>
            <a:ext cx="7038667" cy="5290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1" name="Прямоугольник 160"/>
          <p:cNvSpPr/>
          <p:nvPr/>
        </p:nvSpPr>
        <p:spPr>
          <a:xfrm>
            <a:off x="623939" y="4759568"/>
            <a:ext cx="6886989" cy="52923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623939" y="376146"/>
            <a:ext cx="14074361" cy="425778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9" name="Прямоугольник 158"/>
          <p:cNvSpPr/>
          <p:nvPr/>
        </p:nvSpPr>
        <p:spPr>
          <a:xfrm>
            <a:off x="10343802" y="344925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4433718" y="2836169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5573693" y="2836169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3293743" y="2836169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6713668" y="2836169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2153768" y="2836169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4433718" y="34601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3293743" y="34601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5573693" y="34601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3293743" y="1060209"/>
            <a:ext cx="2987934" cy="181413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5729264" y="2727746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Овал 39"/>
          <p:cNvSpPr/>
          <p:nvPr/>
        </p:nvSpPr>
        <p:spPr>
          <a:xfrm>
            <a:off x="6869239" y="2727746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4588651" y="2727746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3449314" y="2727746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296064" y="2727746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3449314" y="3351732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4588651" y="3351732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727989" y="3351732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 flipV="1">
            <a:off x="4247084" y="1396201"/>
            <a:ext cx="0" cy="12472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>
            <a:off x="5399059" y="1396201"/>
            <a:ext cx="0" cy="192751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03646" y="911914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03647" y="2696217"/>
            <a:ext cx="110474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03646" y="3320204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11481873" y="344466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12621635" y="344925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Овал 64"/>
          <p:cNvSpPr/>
          <p:nvPr/>
        </p:nvSpPr>
        <p:spPr>
          <a:xfrm>
            <a:off x="10496408" y="3355163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Овал 65"/>
          <p:cNvSpPr/>
          <p:nvPr/>
        </p:nvSpPr>
        <p:spPr>
          <a:xfrm>
            <a:off x="11636807" y="3336244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Овал 66"/>
          <p:cNvSpPr/>
          <p:nvPr/>
        </p:nvSpPr>
        <p:spPr>
          <a:xfrm>
            <a:off x="12775931" y="3340834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Прямая со стрелкой 68"/>
          <p:cNvCxnSpPr/>
          <p:nvPr/>
        </p:nvCxnSpPr>
        <p:spPr>
          <a:xfrm>
            <a:off x="11831457" y="1794784"/>
            <a:ext cx="0" cy="14172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405282" y="1363127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399283" y="3292327"/>
            <a:ext cx="1124871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Прямоугольник 72"/>
          <p:cNvSpPr/>
          <p:nvPr/>
        </p:nvSpPr>
        <p:spPr>
          <a:xfrm>
            <a:off x="11481873" y="1523172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621848" y="4202278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1463661" y="4202278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262413" y="4202278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551528" y="421776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393341" y="421776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192093" y="421776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541439" y="2195490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383251" y="2195490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182004" y="2195490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053048" y="2195490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703513" y="2207622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483067" y="952563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Прямая соединительная линия 110"/>
          <p:cNvCxnSpPr/>
          <p:nvPr/>
        </p:nvCxnSpPr>
        <p:spPr>
          <a:xfrm>
            <a:off x="6870091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единительная линия 111"/>
          <p:cNvCxnSpPr/>
          <p:nvPr/>
        </p:nvCxnSpPr>
        <p:spPr>
          <a:xfrm flipH="1">
            <a:off x="6870091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единительная линия 112"/>
          <p:cNvCxnSpPr/>
          <p:nvPr/>
        </p:nvCxnSpPr>
        <p:spPr>
          <a:xfrm>
            <a:off x="5732927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единительная линия 113"/>
          <p:cNvCxnSpPr/>
          <p:nvPr/>
        </p:nvCxnSpPr>
        <p:spPr>
          <a:xfrm flipH="1">
            <a:off x="5732927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16"/>
          <p:cNvCxnSpPr/>
          <p:nvPr/>
        </p:nvCxnSpPr>
        <p:spPr>
          <a:xfrm>
            <a:off x="4591761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/>
          <p:cNvCxnSpPr/>
          <p:nvPr/>
        </p:nvCxnSpPr>
        <p:spPr>
          <a:xfrm flipH="1">
            <a:off x="4591761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460255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единительная линия 119"/>
          <p:cNvCxnSpPr/>
          <p:nvPr/>
        </p:nvCxnSpPr>
        <p:spPr>
          <a:xfrm flipH="1">
            <a:off x="3460255" y="2683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2310467" y="2680168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/>
          <p:cNvCxnSpPr/>
          <p:nvPr/>
        </p:nvCxnSpPr>
        <p:spPr>
          <a:xfrm flipH="1">
            <a:off x="2310467" y="2680168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>
            <a:off x="10496622" y="3342219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единительная линия 123"/>
          <p:cNvCxnSpPr/>
          <p:nvPr/>
        </p:nvCxnSpPr>
        <p:spPr>
          <a:xfrm flipH="1">
            <a:off x="10496622" y="3342219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>
            <a:off x="12767384" y="3312087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единительная линия 125"/>
          <p:cNvCxnSpPr/>
          <p:nvPr/>
        </p:nvCxnSpPr>
        <p:spPr>
          <a:xfrm flipH="1">
            <a:off x="12767384" y="3312087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623939" y="362707"/>
            <a:ext cx="5255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Прямоугольник 127"/>
          <p:cNvSpPr/>
          <p:nvPr/>
        </p:nvSpPr>
        <p:spPr>
          <a:xfrm>
            <a:off x="4431768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Прямоугольник 128"/>
          <p:cNvSpPr/>
          <p:nvPr/>
        </p:nvSpPr>
        <p:spPr>
          <a:xfrm>
            <a:off x="5571743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Прямоугольник 129"/>
          <p:cNvSpPr/>
          <p:nvPr/>
        </p:nvSpPr>
        <p:spPr>
          <a:xfrm>
            <a:off x="3291793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Прямоугольник 130"/>
          <p:cNvSpPr/>
          <p:nvPr/>
        </p:nvSpPr>
        <p:spPr>
          <a:xfrm>
            <a:off x="6711718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Прямоугольник 131"/>
          <p:cNvSpPr/>
          <p:nvPr/>
        </p:nvSpPr>
        <p:spPr>
          <a:xfrm>
            <a:off x="2151818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Прямоугольник 132"/>
          <p:cNvSpPr/>
          <p:nvPr/>
        </p:nvSpPr>
        <p:spPr>
          <a:xfrm>
            <a:off x="4431768" y="9287956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Прямоугольник 133"/>
          <p:cNvSpPr/>
          <p:nvPr/>
        </p:nvSpPr>
        <p:spPr>
          <a:xfrm>
            <a:off x="3291793" y="9287956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Прямоугольник 134"/>
          <p:cNvSpPr/>
          <p:nvPr/>
        </p:nvSpPr>
        <p:spPr>
          <a:xfrm>
            <a:off x="5571743" y="9287956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Овал 136"/>
          <p:cNvSpPr/>
          <p:nvPr/>
        </p:nvSpPr>
        <p:spPr>
          <a:xfrm>
            <a:off x="5727314" y="8555547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Овал 137"/>
          <p:cNvSpPr/>
          <p:nvPr/>
        </p:nvSpPr>
        <p:spPr>
          <a:xfrm>
            <a:off x="6867289" y="8555547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Овал 138"/>
          <p:cNvSpPr/>
          <p:nvPr/>
        </p:nvSpPr>
        <p:spPr>
          <a:xfrm>
            <a:off x="4586701" y="8555547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Овал 139"/>
          <p:cNvSpPr/>
          <p:nvPr/>
        </p:nvSpPr>
        <p:spPr>
          <a:xfrm>
            <a:off x="3447364" y="8555547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Овал 140"/>
          <p:cNvSpPr/>
          <p:nvPr/>
        </p:nvSpPr>
        <p:spPr>
          <a:xfrm>
            <a:off x="2294114" y="8555547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14079" y="5763308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932017" y="8511629"/>
            <a:ext cx="110474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932016" y="9135616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549578" y="9620294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4391391" y="9620294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190143" y="9620294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5539489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81301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3180054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2051098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6606188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Прямая соединительная линия 175"/>
          <p:cNvCxnSpPr/>
          <p:nvPr/>
        </p:nvCxnSpPr>
        <p:spPr>
          <a:xfrm>
            <a:off x="6868141" y="8511372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Прямая соединительная линия 176"/>
          <p:cNvCxnSpPr/>
          <p:nvPr/>
        </p:nvCxnSpPr>
        <p:spPr>
          <a:xfrm flipH="1">
            <a:off x="6868141" y="8511372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Прямая соединительная линия 177"/>
          <p:cNvCxnSpPr/>
          <p:nvPr/>
        </p:nvCxnSpPr>
        <p:spPr>
          <a:xfrm>
            <a:off x="5730977" y="8511372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Прямая соединительная линия 178"/>
          <p:cNvCxnSpPr/>
          <p:nvPr/>
        </p:nvCxnSpPr>
        <p:spPr>
          <a:xfrm flipH="1">
            <a:off x="5730977" y="8511372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/>
          <p:cNvCxnSpPr/>
          <p:nvPr/>
        </p:nvCxnSpPr>
        <p:spPr>
          <a:xfrm>
            <a:off x="3458305" y="8511372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Прямая соединительная линия 182"/>
          <p:cNvCxnSpPr/>
          <p:nvPr/>
        </p:nvCxnSpPr>
        <p:spPr>
          <a:xfrm flipH="1">
            <a:off x="3458305" y="8511372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Прямая соединительная линия 183"/>
          <p:cNvCxnSpPr/>
          <p:nvPr/>
        </p:nvCxnSpPr>
        <p:spPr>
          <a:xfrm>
            <a:off x="2308517" y="8507969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Прямая соединительная линия 184"/>
          <p:cNvCxnSpPr/>
          <p:nvPr/>
        </p:nvCxnSpPr>
        <p:spPr>
          <a:xfrm flipH="1">
            <a:off x="2308517" y="8507969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595425" y="4744563"/>
            <a:ext cx="5255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Прямоугольник 227"/>
          <p:cNvSpPr/>
          <p:nvPr/>
        </p:nvSpPr>
        <p:spPr>
          <a:xfrm>
            <a:off x="11536763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Прямоугольник 228"/>
          <p:cNvSpPr/>
          <p:nvPr/>
        </p:nvSpPr>
        <p:spPr>
          <a:xfrm>
            <a:off x="12676738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Прямоугольник 229"/>
          <p:cNvSpPr/>
          <p:nvPr/>
        </p:nvSpPr>
        <p:spPr>
          <a:xfrm>
            <a:off x="10396788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Прямоугольник 230"/>
          <p:cNvSpPr/>
          <p:nvPr/>
        </p:nvSpPr>
        <p:spPr>
          <a:xfrm>
            <a:off x="13816713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Прямоугольник 231"/>
          <p:cNvSpPr/>
          <p:nvPr/>
        </p:nvSpPr>
        <p:spPr>
          <a:xfrm>
            <a:off x="9256813" y="8663970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Прямоугольник 232"/>
          <p:cNvSpPr/>
          <p:nvPr/>
        </p:nvSpPr>
        <p:spPr>
          <a:xfrm>
            <a:off x="11536763" y="9287956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Прямоугольник 233"/>
          <p:cNvSpPr/>
          <p:nvPr/>
        </p:nvSpPr>
        <p:spPr>
          <a:xfrm>
            <a:off x="10396788" y="9287956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Прямоугольник 234"/>
          <p:cNvSpPr/>
          <p:nvPr/>
        </p:nvSpPr>
        <p:spPr>
          <a:xfrm>
            <a:off x="12676738" y="9287956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Овал 241"/>
          <p:cNvSpPr/>
          <p:nvPr/>
        </p:nvSpPr>
        <p:spPr>
          <a:xfrm>
            <a:off x="9395845" y="8545691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Овал 242"/>
          <p:cNvSpPr/>
          <p:nvPr/>
        </p:nvSpPr>
        <p:spPr>
          <a:xfrm>
            <a:off x="11700798" y="9179533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6" name="Прямая со стрелкой 245"/>
          <p:cNvCxnSpPr/>
          <p:nvPr/>
        </p:nvCxnSpPr>
        <p:spPr>
          <a:xfrm flipH="1">
            <a:off x="5121921" y="6194965"/>
            <a:ext cx="815506" cy="236058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037011" y="6127644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</a:t>
            </a:r>
            <a:r>
              <a:rPr lang="en-US" sz="22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8037012" y="8511629"/>
            <a:ext cx="110474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8037011" y="9135616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12654573" y="9620294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11496386" y="9620294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10295138" y="9620294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12644484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11486296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10285049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9156093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7646863" y="4759568"/>
            <a:ext cx="5255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3691996" y="8023291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Прямоугольник 193"/>
          <p:cNvSpPr/>
          <p:nvPr/>
        </p:nvSpPr>
        <p:spPr>
          <a:xfrm>
            <a:off x="11515297" y="625347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Прямоугольник 194"/>
          <p:cNvSpPr/>
          <p:nvPr/>
        </p:nvSpPr>
        <p:spPr>
          <a:xfrm>
            <a:off x="12655272" y="625347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Прямоугольник 195"/>
          <p:cNvSpPr/>
          <p:nvPr/>
        </p:nvSpPr>
        <p:spPr>
          <a:xfrm>
            <a:off x="10375322" y="625347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12623018" y="561279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11464830" y="561279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0263583" y="561279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Прямоугольник 218"/>
          <p:cNvSpPr/>
          <p:nvPr/>
        </p:nvSpPr>
        <p:spPr>
          <a:xfrm>
            <a:off x="4431768" y="58922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Прямоугольник 219"/>
          <p:cNvSpPr/>
          <p:nvPr/>
        </p:nvSpPr>
        <p:spPr>
          <a:xfrm>
            <a:off x="5571743" y="58922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Прямоугольник 220"/>
          <p:cNvSpPr/>
          <p:nvPr/>
        </p:nvSpPr>
        <p:spPr>
          <a:xfrm>
            <a:off x="3291793" y="58922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Прямоугольник 221"/>
          <p:cNvSpPr/>
          <p:nvPr/>
        </p:nvSpPr>
        <p:spPr>
          <a:xfrm>
            <a:off x="6711718" y="58922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Прямоугольник 222"/>
          <p:cNvSpPr/>
          <p:nvPr/>
        </p:nvSpPr>
        <p:spPr>
          <a:xfrm>
            <a:off x="2151818" y="5892255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5539489" y="525157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4381301" y="525157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3180054" y="525157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2051098" y="5251576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6604938" y="5250689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10860012" y="1875857"/>
            <a:ext cx="729857" cy="128834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Прямая со стрелкой 268"/>
          <p:cNvCxnSpPr/>
          <p:nvPr/>
        </p:nvCxnSpPr>
        <p:spPr>
          <a:xfrm>
            <a:off x="12116706" y="1876390"/>
            <a:ext cx="729857" cy="128834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3122755" y="6006948"/>
            <a:ext cx="0" cy="33840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Прямая со стрелкой 269"/>
          <p:cNvCxnSpPr/>
          <p:nvPr/>
        </p:nvCxnSpPr>
        <p:spPr>
          <a:xfrm flipV="1">
            <a:off x="1973038" y="5989257"/>
            <a:ext cx="15697" cy="277200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Прямая соединительная линия 278"/>
          <p:cNvCxnSpPr/>
          <p:nvPr/>
        </p:nvCxnSpPr>
        <p:spPr>
          <a:xfrm>
            <a:off x="4589936" y="6422238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Прямая соединительная линия 279"/>
          <p:cNvCxnSpPr/>
          <p:nvPr/>
        </p:nvCxnSpPr>
        <p:spPr>
          <a:xfrm flipH="1">
            <a:off x="4589936" y="6422238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Прямая соединительная линия 282"/>
          <p:cNvCxnSpPr/>
          <p:nvPr/>
        </p:nvCxnSpPr>
        <p:spPr>
          <a:xfrm>
            <a:off x="9395911" y="8524420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Прямая соединительная линия 283"/>
          <p:cNvCxnSpPr/>
          <p:nvPr/>
        </p:nvCxnSpPr>
        <p:spPr>
          <a:xfrm flipH="1">
            <a:off x="9395911" y="8524420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Прямая со стрелкой 286"/>
          <p:cNvCxnSpPr/>
          <p:nvPr/>
        </p:nvCxnSpPr>
        <p:spPr>
          <a:xfrm>
            <a:off x="3645785" y="6194965"/>
            <a:ext cx="815506" cy="236058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Прямая со стрелкой 288"/>
          <p:cNvCxnSpPr/>
          <p:nvPr/>
        </p:nvCxnSpPr>
        <p:spPr>
          <a:xfrm flipV="1">
            <a:off x="10161584" y="6343472"/>
            <a:ext cx="0" cy="30600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Прямая со стрелкой 290"/>
          <p:cNvCxnSpPr/>
          <p:nvPr/>
        </p:nvCxnSpPr>
        <p:spPr>
          <a:xfrm flipV="1">
            <a:off x="9075997" y="6343472"/>
            <a:ext cx="15697" cy="244800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Прямая со стрелкой 294"/>
          <p:cNvCxnSpPr/>
          <p:nvPr/>
        </p:nvCxnSpPr>
        <p:spPr>
          <a:xfrm>
            <a:off x="10761418" y="6529861"/>
            <a:ext cx="702243" cy="264967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Овал 162"/>
          <p:cNvSpPr/>
          <p:nvPr/>
        </p:nvSpPr>
        <p:spPr>
          <a:xfrm>
            <a:off x="10548769" y="8545691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4" name="Прямая соединительная линия 163"/>
          <p:cNvCxnSpPr/>
          <p:nvPr/>
        </p:nvCxnSpPr>
        <p:spPr>
          <a:xfrm>
            <a:off x="10548835" y="8524420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Прямая соединительная линия 172"/>
          <p:cNvCxnSpPr/>
          <p:nvPr/>
        </p:nvCxnSpPr>
        <p:spPr>
          <a:xfrm flipH="1">
            <a:off x="10548835" y="8524420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Овал 173"/>
          <p:cNvSpPr/>
          <p:nvPr/>
        </p:nvSpPr>
        <p:spPr>
          <a:xfrm>
            <a:off x="11692611" y="8549842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" name="Прямая соединительная линия 174"/>
          <p:cNvCxnSpPr/>
          <p:nvPr/>
        </p:nvCxnSpPr>
        <p:spPr>
          <a:xfrm>
            <a:off x="11692677" y="8528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Прямая соединительная линия 179"/>
          <p:cNvCxnSpPr/>
          <p:nvPr/>
        </p:nvCxnSpPr>
        <p:spPr>
          <a:xfrm flipH="1">
            <a:off x="11692677" y="852857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Овал 180"/>
          <p:cNvSpPr/>
          <p:nvPr/>
        </p:nvSpPr>
        <p:spPr>
          <a:xfrm>
            <a:off x="12852160" y="8566962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6" name="Прямая соединительная линия 185"/>
          <p:cNvCxnSpPr/>
          <p:nvPr/>
        </p:nvCxnSpPr>
        <p:spPr>
          <a:xfrm>
            <a:off x="12852226" y="854569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Прямая соединительная линия 186"/>
          <p:cNvCxnSpPr/>
          <p:nvPr/>
        </p:nvCxnSpPr>
        <p:spPr>
          <a:xfrm flipH="1">
            <a:off x="12852226" y="854569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Овал 187"/>
          <p:cNvSpPr/>
          <p:nvPr/>
        </p:nvSpPr>
        <p:spPr>
          <a:xfrm>
            <a:off x="13977909" y="8566962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9" name="Прямая соединительная линия 188"/>
          <p:cNvCxnSpPr/>
          <p:nvPr/>
        </p:nvCxnSpPr>
        <p:spPr>
          <a:xfrm>
            <a:off x="13977975" y="854569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Прямая соединительная линия 190"/>
          <p:cNvCxnSpPr/>
          <p:nvPr/>
        </p:nvCxnSpPr>
        <p:spPr>
          <a:xfrm flipH="1">
            <a:off x="13977975" y="8545691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4772422" y="6194965"/>
            <a:ext cx="0" cy="109047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Прямая соединительная линия 191"/>
          <p:cNvCxnSpPr/>
          <p:nvPr/>
        </p:nvCxnSpPr>
        <p:spPr>
          <a:xfrm>
            <a:off x="11676244" y="6815618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/>
          <p:cNvCxnSpPr/>
          <p:nvPr/>
        </p:nvCxnSpPr>
        <p:spPr>
          <a:xfrm flipH="1">
            <a:off x="11676244" y="6815618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Прямая со стрелкой 197"/>
          <p:cNvCxnSpPr/>
          <p:nvPr/>
        </p:nvCxnSpPr>
        <p:spPr>
          <a:xfrm>
            <a:off x="11858730" y="6588345"/>
            <a:ext cx="0" cy="109047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Прямая со стрелкой 201"/>
          <p:cNvCxnSpPr/>
          <p:nvPr/>
        </p:nvCxnSpPr>
        <p:spPr>
          <a:xfrm flipH="1">
            <a:off x="12299572" y="6529861"/>
            <a:ext cx="702243" cy="264967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90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рямоугольник 65"/>
          <p:cNvSpPr/>
          <p:nvPr/>
        </p:nvSpPr>
        <p:spPr>
          <a:xfrm>
            <a:off x="8781089" y="2890746"/>
            <a:ext cx="6906572" cy="40479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874517" y="2890747"/>
            <a:ext cx="6906572" cy="404793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0840375" y="6031443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495813" y="5348021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35788" y="5348021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55838" y="5348021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775763" y="5348021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15863" y="5348021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495813" y="597200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355838" y="597200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635788" y="597200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355838" y="3572061"/>
            <a:ext cx="2987934" cy="181413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6791359" y="5239598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7931334" y="5239598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650746" y="5239598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4511409" y="5239598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3358159" y="5239598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4511409" y="5863584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5650746" y="5863584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6790084" y="5863584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Прямая со стрелкой 20"/>
          <p:cNvCxnSpPr/>
          <p:nvPr/>
        </p:nvCxnSpPr>
        <p:spPr>
          <a:xfrm flipV="1">
            <a:off x="5309179" y="3908053"/>
            <a:ext cx="0" cy="12472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6461154" y="3908053"/>
            <a:ext cx="0" cy="192751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65741" y="3423766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65742" y="5208069"/>
            <a:ext cx="110474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65741" y="5832056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11979533" y="595926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13116076" y="5893557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10992981" y="5937349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12134467" y="5850844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13270372" y="5785134"/>
            <a:ext cx="396842" cy="3968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 стрелкой 30"/>
          <p:cNvCxnSpPr/>
          <p:nvPr/>
        </p:nvCxnSpPr>
        <p:spPr>
          <a:xfrm>
            <a:off x="12329117" y="4309384"/>
            <a:ext cx="0" cy="14172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902942" y="3877727"/>
            <a:ext cx="2291099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96943" y="5806927"/>
            <a:ext cx="1124871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11979533" y="4037772"/>
            <a:ext cx="707984" cy="17999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97" tIns="71998" rIns="143997" bIns="71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20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109419" y="6395757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951232" y="6395757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49984" y="6395757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03534" y="6408497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45347" y="6408497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244099" y="6408497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03534" y="4707342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45346" y="4707342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44099" y="4707342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15143" y="4707342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-1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65608" y="4719474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2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980727" y="3467163"/>
            <a:ext cx="2586154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0</a:t>
            </a:r>
            <a:endParaRPr lang="ru-RU" sz="22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>
            <a:off x="7932186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 flipH="1">
            <a:off x="7932186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6795022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/>
          <p:nvPr/>
        </p:nvCxnSpPr>
        <p:spPr>
          <a:xfrm flipH="1">
            <a:off x="6795022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5653856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 flipH="1">
            <a:off x="5653856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>
            <a:off x="4522350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4522350" y="5195423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>
            <a:off x="3372562" y="5192020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/>
          <p:nvPr/>
        </p:nvCxnSpPr>
        <p:spPr>
          <a:xfrm flipH="1">
            <a:off x="3372562" y="5192020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10993195" y="5924405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H="1">
            <a:off x="10993195" y="5924405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13261825" y="5756387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H="1">
            <a:off x="13261825" y="5756387"/>
            <a:ext cx="395991" cy="465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887513" y="2875353"/>
            <a:ext cx="5255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Прямая со стрелкой 61"/>
          <p:cNvCxnSpPr/>
          <p:nvPr/>
        </p:nvCxnSpPr>
        <p:spPr>
          <a:xfrm flipH="1">
            <a:off x="11357672" y="4390457"/>
            <a:ext cx="729857" cy="128834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/>
          <p:nvPr/>
        </p:nvCxnSpPr>
        <p:spPr>
          <a:xfrm>
            <a:off x="12614366" y="4390990"/>
            <a:ext cx="729857" cy="128834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771129" y="2910015"/>
            <a:ext cx="5255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Прямая со стрелкой 67"/>
          <p:cNvCxnSpPr/>
          <p:nvPr/>
        </p:nvCxnSpPr>
        <p:spPr>
          <a:xfrm flipV="1">
            <a:off x="14026508" y="3426514"/>
            <a:ext cx="0" cy="14827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Прямоугольник 68"/>
              <p:cNvSpPr/>
              <p:nvPr/>
            </p:nvSpPr>
            <p:spPr>
              <a:xfrm>
                <a:off x="13581690" y="4027413"/>
                <a:ext cx="406458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9" name="Прямоугольник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1690" y="4027413"/>
                <a:ext cx="406458" cy="4029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Прямая со стрелкой 71"/>
          <p:cNvCxnSpPr/>
          <p:nvPr/>
        </p:nvCxnSpPr>
        <p:spPr>
          <a:xfrm flipV="1">
            <a:off x="14412585" y="3419783"/>
            <a:ext cx="0" cy="14827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Прямоугольник 72"/>
              <p:cNvSpPr/>
              <p:nvPr/>
            </p:nvSpPr>
            <p:spPr>
              <a:xfrm>
                <a:off x="14075166" y="4011171"/>
                <a:ext cx="396069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3" name="Прямоугольник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5166" y="4011171"/>
                <a:ext cx="396069" cy="4029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Прямая со стрелкой 73"/>
          <p:cNvCxnSpPr/>
          <p:nvPr/>
        </p:nvCxnSpPr>
        <p:spPr>
          <a:xfrm>
            <a:off x="13581690" y="3440463"/>
            <a:ext cx="0" cy="14827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Прямоугольник 75"/>
              <p:cNvSpPr/>
              <p:nvPr/>
            </p:nvSpPr>
            <p:spPr>
              <a:xfrm>
                <a:off x="13172047" y="4044770"/>
                <a:ext cx="3826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6" name="Прямоугольник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2047" y="4044770"/>
                <a:ext cx="382605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23333" r="-28571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2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823</TotalTime>
  <Words>231</Words>
  <Application>Microsoft Office PowerPoint</Application>
  <PresentationFormat>Произвольный</PresentationFormat>
  <Paragraphs>73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Макаров Антон Олегович</dc:creator>
  <cp:lastModifiedBy>Макаров Антон Олегович</cp:lastModifiedBy>
  <cp:revision>32</cp:revision>
  <dcterms:created xsi:type="dcterms:W3CDTF">2025-12-26T08:26:45Z</dcterms:created>
  <dcterms:modified xsi:type="dcterms:W3CDTF">2026-03-06T11:40:33Z</dcterms:modified>
</cp:coreProperties>
</file>