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97959-599D-4F24-8690-1F345DD2D81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99CD-CDD9-45C9-A383-FE9FCF9716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217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97959-599D-4F24-8690-1F345DD2D81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99CD-CDD9-45C9-A383-FE9FCF9716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43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97959-599D-4F24-8690-1F345DD2D81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99CD-CDD9-45C9-A383-FE9FCF9716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865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97959-599D-4F24-8690-1F345DD2D81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99CD-CDD9-45C9-A383-FE9FCF9716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2347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97959-599D-4F24-8690-1F345DD2D81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99CD-CDD9-45C9-A383-FE9FCF9716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7813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97959-599D-4F24-8690-1F345DD2D81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99CD-CDD9-45C9-A383-FE9FCF9716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1473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97959-599D-4F24-8690-1F345DD2D81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99CD-CDD9-45C9-A383-FE9FCF9716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6425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97959-599D-4F24-8690-1F345DD2D81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99CD-CDD9-45C9-A383-FE9FCF9716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3741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97959-599D-4F24-8690-1F345DD2D81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99CD-CDD9-45C9-A383-FE9FCF9716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6543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97959-599D-4F24-8690-1F345DD2D81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99CD-CDD9-45C9-A383-FE9FCF9716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2778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97959-599D-4F24-8690-1F345DD2D81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99CD-CDD9-45C9-A383-FE9FCF9716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366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597959-599D-4F24-8690-1F345DD2D81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C699CD-CDD9-45C9-A383-FE9FCF9716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81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6" y="0"/>
            <a:ext cx="5442504" cy="3708218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5656" y="177709"/>
            <a:ext cx="6366491" cy="353050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128" y="3708218"/>
            <a:ext cx="4779432" cy="307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219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540" y="3515286"/>
            <a:ext cx="4560883" cy="334271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423" y="109264"/>
            <a:ext cx="5983996" cy="3565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498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56" y="0"/>
            <a:ext cx="4853609" cy="3492137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378" y="87358"/>
            <a:ext cx="5931633" cy="3700871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37869"/>
            <a:ext cx="5763312" cy="301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050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2322"/>
            <a:ext cx="4096611" cy="3052763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339" y="141786"/>
            <a:ext cx="5097758" cy="299329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727268"/>
            <a:ext cx="5693322" cy="279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3221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0</Words>
  <Application>Microsoft Office PowerPoint</Application>
  <PresentationFormat>Широкоэкранный</PresentationFormat>
  <Paragraphs>0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Макаров Антон Олегович</dc:creator>
  <cp:lastModifiedBy>Макаров Антон Олегович</cp:lastModifiedBy>
  <cp:revision>6</cp:revision>
  <dcterms:created xsi:type="dcterms:W3CDTF">2025-12-17T08:58:33Z</dcterms:created>
  <dcterms:modified xsi:type="dcterms:W3CDTF">2025-12-17T12:45:46Z</dcterms:modified>
</cp:coreProperties>
</file>